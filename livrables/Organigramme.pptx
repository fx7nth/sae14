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svg" Type="http://schemas.openxmlformats.org/officeDocument/2006/relationships/image"/><Relationship Id="rId3" Target="../tags/tag2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P8i8QyL2nEuO"/>
  <p:tag name="LUCID-DOCUMENT" val="261381a7-bc91-4562-b0da-4e0365f9bd94"/>
  <p:tag name="LUCID-UPDATE-TIME" val="1762964361445"/>
</p:tagLst>
</file>

<file path=ppt/tags/tag2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-8i8eBR-iJjv"/>
  <p:tag name="LUCID-DOCUMENT" val="261381a7-bc91-4562-b0da-4e0365f9bd94"/>
  <p:tag name="LUCID-UPDATE-TIME" val="17629643614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